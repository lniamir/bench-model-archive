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2C191D-3D61-4871-9A43-E8D0520FA6E3}" v="8" dt="2025-02-17T13:38:33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42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VIG Aron" userId="01eba839-1324-4bf6-af4a-2a16709013d3" providerId="ADAL" clId="{FB2C191D-3D61-4871-9A43-E8D0520FA6E3}"/>
    <pc:docChg chg="custSel addSld modSld">
      <pc:chgData name="HARTVIG Aron" userId="01eba839-1324-4bf6-af4a-2a16709013d3" providerId="ADAL" clId="{FB2C191D-3D61-4871-9A43-E8D0520FA6E3}" dt="2025-02-17T13:39:03.738" v="296" actId="20577"/>
      <pc:docMkLst>
        <pc:docMk/>
      </pc:docMkLst>
      <pc:sldChg chg="addSp delSp modSp mod">
        <pc:chgData name="HARTVIG Aron" userId="01eba839-1324-4bf6-af4a-2a16709013d3" providerId="ADAL" clId="{FB2C191D-3D61-4871-9A43-E8D0520FA6E3}" dt="2025-02-17T13:24:31.294" v="145"/>
        <pc:sldMkLst>
          <pc:docMk/>
          <pc:sldMk cId="340168900" sldId="256"/>
        </pc:sldMkLst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4" creationId="{1B334B3E-0458-989D-5FBB-EF91C087F65A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7" creationId="{48C457D5-59E0-CDD4-2097-803AB5427DA7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10" creationId="{04705BE2-881F-05C0-96DF-EB1E09478738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15" creationId="{DDB6E22A-0FCD-EC71-BDE5-EECA0CB4D28A}"/>
          </ac:spMkLst>
        </pc:spChg>
        <pc:spChg chg="del mod">
          <ac:chgData name="HARTVIG Aron" userId="01eba839-1324-4bf6-af4a-2a16709013d3" providerId="ADAL" clId="{FB2C191D-3D61-4871-9A43-E8D0520FA6E3}" dt="2025-02-17T12:49:39.058" v="138" actId="478"/>
          <ac:spMkLst>
            <pc:docMk/>
            <pc:sldMk cId="340168900" sldId="256"/>
            <ac:spMk id="16" creationId="{88B95518-4411-7C94-D88D-FF84A2913672}"/>
          </ac:spMkLst>
        </pc:spChg>
        <pc:spChg chg="del">
          <ac:chgData name="HARTVIG Aron" userId="01eba839-1324-4bf6-af4a-2a16709013d3" providerId="ADAL" clId="{FB2C191D-3D61-4871-9A43-E8D0520FA6E3}" dt="2025-02-17T12:49:39.058" v="138" actId="478"/>
          <ac:spMkLst>
            <pc:docMk/>
            <pc:sldMk cId="340168900" sldId="256"/>
            <ac:spMk id="17" creationId="{752CC764-B2DC-7C4A-6028-6A796EC2F218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26" creationId="{3EF17ABE-1DCB-91F1-DD25-9220A01A73BB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27" creationId="{38801AEC-F7D3-9373-9C25-75FAF98FAB29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50" creationId="{CA8DB5A6-8BB4-DA5D-ABC2-B7A5051CB9A4}"/>
          </ac:spMkLst>
        </pc:spChg>
        <pc:spChg chg="mod">
          <ac:chgData name="HARTVIG Aron" userId="01eba839-1324-4bf6-af4a-2a16709013d3" providerId="ADAL" clId="{FB2C191D-3D61-4871-9A43-E8D0520FA6E3}" dt="2025-02-17T12:47:59.636" v="136" actId="1038"/>
          <ac:spMkLst>
            <pc:docMk/>
            <pc:sldMk cId="340168900" sldId="256"/>
            <ac:spMk id="57" creationId="{98FB205E-5796-46C9-AF86-F9A2917FA27F}"/>
          </ac:spMkLst>
        </pc:spChg>
        <pc:spChg chg="add mod">
          <ac:chgData name="HARTVIG Aron" userId="01eba839-1324-4bf6-af4a-2a16709013d3" providerId="ADAL" clId="{FB2C191D-3D61-4871-9A43-E8D0520FA6E3}" dt="2025-02-17T12:49:52.578" v="140" actId="14100"/>
          <ac:spMkLst>
            <pc:docMk/>
            <pc:sldMk cId="340168900" sldId="256"/>
            <ac:spMk id="76" creationId="{EB9D5188-93F9-FC5D-12A8-7D70C328DCB0}"/>
          </ac:spMkLst>
        </pc:spChg>
        <pc:picChg chg="mod">
          <ac:chgData name="HARTVIG Aron" userId="01eba839-1324-4bf6-af4a-2a16709013d3" providerId="ADAL" clId="{FB2C191D-3D61-4871-9A43-E8D0520FA6E3}" dt="2025-02-17T12:49:18.957" v="137" actId="1076"/>
          <ac:picMkLst>
            <pc:docMk/>
            <pc:sldMk cId="340168900" sldId="256"/>
            <ac:picMk id="73" creationId="{D0191847-4350-65A3-C3FD-AEC7541EC23E}"/>
          </ac:picMkLst>
        </pc:picChg>
        <pc:picChg chg="add mod">
          <ac:chgData name="HARTVIG Aron" userId="01eba839-1324-4bf6-af4a-2a16709013d3" providerId="ADAL" clId="{FB2C191D-3D61-4871-9A43-E8D0520FA6E3}" dt="2025-02-17T13:06:06.925" v="144" actId="1076"/>
          <ac:picMkLst>
            <pc:docMk/>
            <pc:sldMk cId="340168900" sldId="256"/>
            <ac:picMk id="77" creationId="{26B4D76D-A148-5A08-C39E-0721D9A4A06B}"/>
          </ac:picMkLst>
        </pc:picChg>
        <pc:cxnChg chg="add mod">
          <ac:chgData name="HARTVIG Aron" userId="01eba839-1324-4bf6-af4a-2a16709013d3" providerId="ADAL" clId="{FB2C191D-3D61-4871-9A43-E8D0520FA6E3}" dt="2025-02-17T13:24:31.294" v="145"/>
          <ac:cxnSpMkLst>
            <pc:docMk/>
            <pc:sldMk cId="340168900" sldId="256"/>
            <ac:cxnSpMk id="78" creationId="{E25FFD82-062F-561B-4841-A2908B1F0A57}"/>
          </ac:cxnSpMkLst>
        </pc:cxnChg>
      </pc:sldChg>
      <pc:sldChg chg="addSp delSp modSp add mod">
        <pc:chgData name="HARTVIG Aron" userId="01eba839-1324-4bf6-af4a-2a16709013d3" providerId="ADAL" clId="{FB2C191D-3D61-4871-9A43-E8D0520FA6E3}" dt="2025-02-17T13:39:03.738" v="296" actId="20577"/>
        <pc:sldMkLst>
          <pc:docMk/>
          <pc:sldMk cId="1919705767" sldId="257"/>
        </pc:sldMkLst>
        <pc:spChg chg="add mod">
          <ac:chgData name="HARTVIG Aron" userId="01eba839-1324-4bf6-af4a-2a16709013d3" providerId="ADAL" clId="{FB2C191D-3D61-4871-9A43-E8D0520FA6E3}" dt="2025-02-17T13:31:02.810" v="214" actId="1076"/>
          <ac:spMkLst>
            <pc:docMk/>
            <pc:sldMk cId="1919705767" sldId="257"/>
            <ac:spMk id="2" creationId="{A287EA54-EAA3-7901-5CAF-F90B770DCC59}"/>
          </ac:spMkLst>
        </pc:spChg>
        <pc:spChg chg="add mod">
          <ac:chgData name="HARTVIG Aron" userId="01eba839-1324-4bf6-af4a-2a16709013d3" providerId="ADAL" clId="{FB2C191D-3D61-4871-9A43-E8D0520FA6E3}" dt="2025-02-17T13:31:13.565" v="221" actId="20577"/>
          <ac:spMkLst>
            <pc:docMk/>
            <pc:sldMk cId="1919705767" sldId="257"/>
            <ac:spMk id="3" creationId="{3B321FB7-1DF5-2418-9E27-4A035E3BE74F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5" creationId="{E0D4C1BB-3B24-BF5E-1660-5A41B76827A1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6" creationId="{0473AF54-6910-3F43-5A20-580A4DC0B8D2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7" creationId="{95B87007-E424-99A8-7AA0-FB4E5F66E295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9" creationId="{AFCD71D5-73D8-765C-8330-4C32734B9020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10" creationId="{A0B0B7FB-A440-5B95-3C7C-624F0F846AB4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12" creationId="{584A0BD5-8EA5-5FB0-B5CB-A30F0885E225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13" creationId="{59954D66-28C4-F357-A6AD-5EADDC5E27BF}"/>
          </ac:spMkLst>
        </pc:spChg>
        <pc:spChg chg="add mod">
          <ac:chgData name="HARTVIG Aron" userId="01eba839-1324-4bf6-af4a-2a16709013d3" providerId="ADAL" clId="{FB2C191D-3D61-4871-9A43-E8D0520FA6E3}" dt="2025-02-17T13:39:03.738" v="296" actId="20577"/>
          <ac:spMkLst>
            <pc:docMk/>
            <pc:sldMk cId="1919705767" sldId="257"/>
            <ac:spMk id="18" creationId="{3F813E13-0856-2BFD-EA2C-00F71E00F689}"/>
          </ac:spMkLst>
        </pc:spChg>
        <pc:spChg chg="del">
          <ac:chgData name="HARTVIG Aron" userId="01eba839-1324-4bf6-af4a-2a16709013d3" providerId="ADAL" clId="{FB2C191D-3D61-4871-9A43-E8D0520FA6E3}" dt="2025-02-17T13:29:26.010" v="159" actId="478"/>
          <ac:spMkLst>
            <pc:docMk/>
            <pc:sldMk cId="1919705767" sldId="257"/>
            <ac:spMk id="21" creationId="{38025790-4671-1C5A-FAFC-1A5D1B4553BF}"/>
          </ac:spMkLst>
        </pc:spChg>
        <pc:spChg chg="del">
          <ac:chgData name="HARTVIG Aron" userId="01eba839-1324-4bf6-af4a-2a16709013d3" providerId="ADAL" clId="{FB2C191D-3D61-4871-9A43-E8D0520FA6E3}" dt="2025-02-17T13:29:26.010" v="159" actId="478"/>
          <ac:spMkLst>
            <pc:docMk/>
            <pc:sldMk cId="1919705767" sldId="257"/>
            <ac:spMk id="22" creationId="{ED09C29F-825F-7996-817A-21199DD9D0AD}"/>
          </ac:spMkLst>
        </pc:spChg>
        <pc:spChg chg="del">
          <ac:chgData name="HARTVIG Aron" userId="01eba839-1324-4bf6-af4a-2a16709013d3" providerId="ADAL" clId="{FB2C191D-3D61-4871-9A43-E8D0520FA6E3}" dt="2025-02-17T13:29:26.010" v="159" actId="478"/>
          <ac:spMkLst>
            <pc:docMk/>
            <pc:sldMk cId="1919705767" sldId="257"/>
            <ac:spMk id="23" creationId="{9063DEB9-3BC6-ECA1-64E0-5037BC04D466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24" creationId="{F07C1A04-FFFE-BBBD-3C0A-659D6A6742FC}"/>
          </ac:spMkLst>
        </pc:spChg>
        <pc:spChg chg="mod">
          <ac:chgData name="HARTVIG Aron" userId="01eba839-1324-4bf6-af4a-2a16709013d3" providerId="ADAL" clId="{FB2C191D-3D61-4871-9A43-E8D0520FA6E3}" dt="2025-02-17T13:27:00.905" v="158" actId="1035"/>
          <ac:spMkLst>
            <pc:docMk/>
            <pc:sldMk cId="1919705767" sldId="257"/>
            <ac:spMk id="25" creationId="{87ED35FB-08AF-1E88-3D44-131530D7D1A6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26" creationId="{21B06351-7DBB-593F-F5B3-4B6756895C41}"/>
          </ac:spMkLst>
        </pc:spChg>
        <pc:spChg chg="del">
          <ac:chgData name="HARTVIG Aron" userId="01eba839-1324-4bf6-af4a-2a16709013d3" providerId="ADAL" clId="{FB2C191D-3D61-4871-9A43-E8D0520FA6E3}" dt="2025-02-17T13:26:39.603" v="147" actId="478"/>
          <ac:spMkLst>
            <pc:docMk/>
            <pc:sldMk cId="1919705767" sldId="257"/>
            <ac:spMk id="27" creationId="{E6FC380C-648D-DFBF-CEF1-ECA7A6407961}"/>
          </ac:spMkLst>
        </pc:spChg>
        <pc:spChg chg="mod">
          <ac:chgData name="HARTVIG Aron" userId="01eba839-1324-4bf6-af4a-2a16709013d3" providerId="ADAL" clId="{FB2C191D-3D61-4871-9A43-E8D0520FA6E3}" dt="2025-02-17T13:32:57.652" v="276" actId="1038"/>
          <ac:spMkLst>
            <pc:docMk/>
            <pc:sldMk cId="1919705767" sldId="257"/>
            <ac:spMk id="29" creationId="{94B33892-AB61-78A3-7E1E-6123F7FF7458}"/>
          </ac:spMkLst>
        </pc:spChg>
        <pc:spChg chg="del">
          <ac:chgData name="HARTVIG Aron" userId="01eba839-1324-4bf6-af4a-2a16709013d3" providerId="ADAL" clId="{FB2C191D-3D61-4871-9A43-E8D0520FA6E3}" dt="2025-02-17T13:29:26.010" v="159" actId="478"/>
          <ac:spMkLst>
            <pc:docMk/>
            <pc:sldMk cId="1919705767" sldId="257"/>
            <ac:spMk id="50" creationId="{50015137-5363-68C4-082E-9A7483539279}"/>
          </ac:spMkLst>
        </pc:spChg>
        <pc:spChg chg="del">
          <ac:chgData name="HARTVIG Aron" userId="01eba839-1324-4bf6-af4a-2a16709013d3" providerId="ADAL" clId="{FB2C191D-3D61-4871-9A43-E8D0520FA6E3}" dt="2025-02-17T13:29:26.010" v="159" actId="478"/>
          <ac:spMkLst>
            <pc:docMk/>
            <pc:sldMk cId="1919705767" sldId="257"/>
            <ac:spMk id="57" creationId="{FC95CA4A-C40E-3738-695E-2B55AF1E4B78}"/>
          </ac:spMkLst>
        </pc:spChg>
        <pc:picChg chg="del">
          <ac:chgData name="HARTVIG Aron" userId="01eba839-1324-4bf6-af4a-2a16709013d3" providerId="ADAL" clId="{FB2C191D-3D61-4871-9A43-E8D0520FA6E3}" dt="2025-02-17T13:31:30.260" v="227" actId="478"/>
          <ac:picMkLst>
            <pc:docMk/>
            <pc:sldMk cId="1919705767" sldId="257"/>
            <ac:picMk id="69" creationId="{AC78BFE4-11CC-BAB7-DC9C-3B9CF2A3DD99}"/>
          </ac:picMkLst>
        </pc:picChg>
        <pc:picChg chg="del">
          <ac:chgData name="HARTVIG Aron" userId="01eba839-1324-4bf6-af4a-2a16709013d3" providerId="ADAL" clId="{FB2C191D-3D61-4871-9A43-E8D0520FA6E3}" dt="2025-02-17T13:31:29.410" v="226" actId="478"/>
          <ac:picMkLst>
            <pc:docMk/>
            <pc:sldMk cId="1919705767" sldId="257"/>
            <ac:picMk id="71" creationId="{FA9CACCB-C4F7-8826-9C9B-98AEDF9419B9}"/>
          </ac:picMkLst>
        </pc:picChg>
        <pc:picChg chg="del">
          <ac:chgData name="HARTVIG Aron" userId="01eba839-1324-4bf6-af4a-2a16709013d3" providerId="ADAL" clId="{FB2C191D-3D61-4871-9A43-E8D0520FA6E3}" dt="2025-02-17T13:26:39.603" v="147" actId="478"/>
          <ac:picMkLst>
            <pc:docMk/>
            <pc:sldMk cId="1919705767" sldId="257"/>
            <ac:picMk id="73" creationId="{87B452AD-242B-9AD4-27C1-68E4ACD45842}"/>
          </ac:picMkLst>
        </pc:picChg>
        <pc:picChg chg="mod">
          <ac:chgData name="HARTVIG Aron" userId="01eba839-1324-4bf6-af4a-2a16709013d3" providerId="ADAL" clId="{FB2C191D-3D61-4871-9A43-E8D0520FA6E3}" dt="2025-02-17T13:31:26.919" v="225" actId="1076"/>
          <ac:picMkLst>
            <pc:docMk/>
            <pc:sldMk cId="1919705767" sldId="257"/>
            <ac:picMk id="75" creationId="{9EE3B0FC-DBBC-13E8-DB2C-4515AB2D176B}"/>
          </ac:picMkLst>
        </pc:picChg>
        <pc:picChg chg="del">
          <ac:chgData name="HARTVIG Aron" userId="01eba839-1324-4bf6-af4a-2a16709013d3" providerId="ADAL" clId="{FB2C191D-3D61-4871-9A43-E8D0520FA6E3}" dt="2025-02-17T13:29:26.010" v="159" actId="478"/>
          <ac:picMkLst>
            <pc:docMk/>
            <pc:sldMk cId="1919705767" sldId="257"/>
            <ac:picMk id="77" creationId="{C22C1F5E-584F-000F-B5D5-C2E53E7C80DC}"/>
          </ac:picMkLst>
        </pc:picChg>
        <pc:cxnChg chg="mod">
          <ac:chgData name="HARTVIG Aron" userId="01eba839-1324-4bf6-af4a-2a16709013d3" providerId="ADAL" clId="{FB2C191D-3D61-4871-9A43-E8D0520FA6E3}" dt="2025-02-17T13:31:21.765" v="224" actId="14100"/>
          <ac:cxnSpMkLst>
            <pc:docMk/>
            <pc:sldMk cId="1919705767" sldId="257"/>
            <ac:cxnSpMk id="31" creationId="{AD6E5A1F-6A65-DCF7-E524-7C05790AF4ED}"/>
          </ac:cxnSpMkLst>
        </pc:cxnChg>
        <pc:cxnChg chg="del mod">
          <ac:chgData name="HARTVIG Aron" userId="01eba839-1324-4bf6-af4a-2a16709013d3" providerId="ADAL" clId="{FB2C191D-3D61-4871-9A43-E8D0520FA6E3}" dt="2025-02-17T13:29:26.010" v="159" actId="478"/>
          <ac:cxnSpMkLst>
            <pc:docMk/>
            <pc:sldMk cId="1919705767" sldId="257"/>
            <ac:cxnSpMk id="33" creationId="{8D5241E7-572E-4624-92F2-A5899BD3D937}"/>
          </ac:cxnSpMkLst>
        </pc:cxnChg>
        <pc:cxnChg chg="mod">
          <ac:chgData name="HARTVIG Aron" userId="01eba839-1324-4bf6-af4a-2a16709013d3" providerId="ADAL" clId="{FB2C191D-3D61-4871-9A43-E8D0520FA6E3}" dt="2025-02-17T13:27:00.905" v="158" actId="1035"/>
          <ac:cxnSpMkLst>
            <pc:docMk/>
            <pc:sldMk cId="1919705767" sldId="257"/>
            <ac:cxnSpMk id="40" creationId="{B8F43A37-C80A-5349-5FF7-449FA76F2EF3}"/>
          </ac:cxnSpMkLst>
        </pc:cxnChg>
        <pc:cxnChg chg="del mod">
          <ac:chgData name="HARTVIG Aron" userId="01eba839-1324-4bf6-af4a-2a16709013d3" providerId="ADAL" clId="{FB2C191D-3D61-4871-9A43-E8D0520FA6E3}" dt="2025-02-17T13:29:28.830" v="160" actId="478"/>
          <ac:cxnSpMkLst>
            <pc:docMk/>
            <pc:sldMk cId="1919705767" sldId="257"/>
            <ac:cxnSpMk id="52" creationId="{13FC7381-B59D-E9C6-2C4B-0144BC59572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0A41-050C-7BF4-7F88-4D2CE2439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00A2D-670C-6DE3-F965-C5C955ECC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5DCA-86C6-18B3-8CDF-04C3DF26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AE476-74BA-8AC9-C42A-C177698A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DB4D0-15A8-9FDD-C2F7-E27612F7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2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2623-8691-2256-AF29-CC32B729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C76E-9380-B761-A38A-0B4AF8C56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1D787-AA7F-36D4-0646-94AD546C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4FDCA-4E23-8B2A-A125-0E6BC0B6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5F105-5F1C-A83C-4D7A-2BBF94F99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8215-47B7-5B54-1B44-53A6CA85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C1DBB-C8B4-3A99-FC4B-527EE27EA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C9148-BE1A-DC24-ED0D-10B5F61F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69AF1-BB16-B263-27A6-9551B295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443DE-032E-FC94-441C-AB540758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3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D416-144A-6E6D-CF65-47362FE9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99175-7A1F-7C7D-5ECF-D32B99F35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4E8A5-D4E8-3539-E617-31D92CAEF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D8F21-C31A-76FC-7C85-E6C12C847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9E4E0-0B05-9952-3A81-34DA7238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81ABE-41DA-4807-5509-C9626388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22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DE16-5D17-ED3A-6E04-D25F9FA0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BB585-FD3D-5813-C7A7-2C5FD2FF6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A0EBB-A07C-6BDA-CD9E-FE5B03A8F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0956F-06E7-68E9-B3F6-8957BBF90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B56DD-4F3E-1123-5BF3-CC8ACF2F5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00801-62DC-E32A-BC8D-FE3BD1969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52FCC-DAF3-CFD8-69CD-415C47F3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0CE33-9782-FF46-C060-519B3817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0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2782-6815-629E-FA8D-1CBC17D4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9531E-548F-3780-141E-D50D1E69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371DC-E825-6B64-7904-8C6F57B7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5F6D0-1E09-D280-DA2B-F8198835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2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E7A2C6-A989-4719-8B41-F1A5B3B0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FF186-DB1F-8AAC-5E16-264E4233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EF881-9F05-3ABE-C1A6-A6BB1DEF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9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544B-7444-2AD8-7326-4041995C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86D51-C5C0-32E3-F335-1ED000696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12AA8-3ADD-0931-AF29-4C6D0229B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4AA32-4A04-348E-D779-ACB93555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52FB0-6062-7F2F-5C45-0376D775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83172-3A7E-4213-A4E2-DB87A70C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3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CDE7-58DC-D949-451C-949039D5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7C0DD-87F2-0FFC-4E84-7E7D644F5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A89D5-9752-54FA-5571-F16DA5852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B744E-1244-24C5-7C25-219C7C89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F5965-81D9-5AE0-B583-041BAE34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38AEA-24D7-AF81-6FEF-92C37942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5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C3A5-4A59-FFC3-C923-49BBB990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89C6F-213C-6B4E-79EE-50E31DCBF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C3270-514F-46A0-0250-E7D0AB09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D9723-018E-7641-5D42-5AC99A36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C8C86-8F4C-0DA9-4F8C-728271F9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2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F65B0B-3D1B-A59F-871C-369974F7B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B374F-93A3-22E8-C7C4-10D3A6060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DE06A-F7CA-F66D-971E-D8A86130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4FA9-1B52-EA71-57B3-BDF4D2F0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9C358-7698-0539-4E76-2AE2CC1B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5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B25BE-C070-F333-6756-BE361FB6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62017-2AA7-9251-9A20-A5D1C7487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35747-D378-A3FB-F549-536A73A8C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9954F-E6C2-4341-B7E0-899AD4BEEA48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90522-003C-8398-45F2-829CC1384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3E488-7290-8BD9-E7CA-DD542B4AA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AB427-2194-4626-946B-8C34D407E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54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334B3E-0458-989D-5FBB-EF91C087F65A}"/>
              </a:ext>
            </a:extLst>
          </p:cNvPr>
          <p:cNvSpPr/>
          <p:nvPr/>
        </p:nvSpPr>
        <p:spPr>
          <a:xfrm>
            <a:off x="3701796" y="565023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BF5BD-24AF-A4AA-E375-737D96B1A7A3}"/>
              </a:ext>
            </a:extLst>
          </p:cNvPr>
          <p:cNvSpPr/>
          <p:nvPr/>
        </p:nvSpPr>
        <p:spPr>
          <a:xfrm>
            <a:off x="3894678" y="152866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Personal norms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B24D2-AD38-8210-FF44-4AF59B50CD94}"/>
              </a:ext>
            </a:extLst>
          </p:cNvPr>
          <p:cNvSpPr/>
          <p:nvPr/>
        </p:nvSpPr>
        <p:spPr>
          <a:xfrm>
            <a:off x="3894678" y="2148606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Subjective norms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C457D5-59E0-CDD4-2097-803AB5427DA7}"/>
              </a:ext>
            </a:extLst>
          </p:cNvPr>
          <p:cNvSpPr/>
          <p:nvPr/>
        </p:nvSpPr>
        <p:spPr>
          <a:xfrm>
            <a:off x="6451092" y="565023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Consideration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1F4D5-E9A9-156A-8067-9CE61406E9ED}"/>
              </a:ext>
            </a:extLst>
          </p:cNvPr>
          <p:cNvSpPr/>
          <p:nvPr/>
        </p:nvSpPr>
        <p:spPr>
          <a:xfrm>
            <a:off x="6643972" y="152866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Socio-demographics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FA7CFC-79E5-6325-156A-1D92450D2333}"/>
              </a:ext>
            </a:extLst>
          </p:cNvPr>
          <p:cNvSpPr/>
          <p:nvPr/>
        </p:nvSpPr>
        <p:spPr>
          <a:xfrm>
            <a:off x="6638862" y="2148606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Travel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05BE2-881F-05C0-96DF-EB1E09478738}"/>
              </a:ext>
            </a:extLst>
          </p:cNvPr>
          <p:cNvSpPr/>
          <p:nvPr/>
        </p:nvSpPr>
        <p:spPr>
          <a:xfrm>
            <a:off x="6638862" y="2768549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Owner of bike, car, PT pass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3E7169-2E07-2570-1FB3-EE253BA1C33A}"/>
              </a:ext>
            </a:extLst>
          </p:cNvPr>
          <p:cNvSpPr/>
          <p:nvPr/>
        </p:nvSpPr>
        <p:spPr>
          <a:xfrm>
            <a:off x="9200388" y="565022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DB897A-7849-5745-B012-C952ECF68448}"/>
              </a:ext>
            </a:extLst>
          </p:cNvPr>
          <p:cNvSpPr/>
          <p:nvPr/>
        </p:nvSpPr>
        <p:spPr>
          <a:xfrm>
            <a:off x="6451091" y="1138487"/>
            <a:ext cx="1795525" cy="204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By destination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C6D431-BDB9-F960-B1FC-D4D5B9AB1160}"/>
              </a:ext>
            </a:extLst>
          </p:cNvPr>
          <p:cNvSpPr/>
          <p:nvPr/>
        </p:nvSpPr>
        <p:spPr>
          <a:xfrm>
            <a:off x="9200388" y="1144583"/>
            <a:ext cx="1795525" cy="204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By destination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6E22A-0FCD-EC71-BDE5-EECA0CB4D28A}"/>
              </a:ext>
            </a:extLst>
          </p:cNvPr>
          <p:cNvSpPr/>
          <p:nvPr/>
        </p:nvSpPr>
        <p:spPr>
          <a:xfrm>
            <a:off x="9393268" y="152866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Replace trips where u&gt;0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910007-C546-1CF3-3D53-6821763782F1}"/>
              </a:ext>
            </a:extLst>
          </p:cNvPr>
          <p:cNvSpPr/>
          <p:nvPr/>
        </p:nvSpPr>
        <p:spPr>
          <a:xfrm>
            <a:off x="952500" y="566166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Knowledge activation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A5B621-E90C-D5F8-A4E4-1BDBAEACD81D}"/>
              </a:ext>
            </a:extLst>
          </p:cNvPr>
          <p:cNvSpPr/>
          <p:nvPr/>
        </p:nvSpPr>
        <p:spPr>
          <a:xfrm>
            <a:off x="1145381" y="1529444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Environmental awareness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0A81E4-0E71-D4C1-E520-88DFEE598419}"/>
              </a:ext>
            </a:extLst>
          </p:cNvPr>
          <p:cNvSpPr/>
          <p:nvPr/>
        </p:nvSpPr>
        <p:spPr>
          <a:xfrm>
            <a:off x="1145381" y="2148606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Health awareness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D57629-E23B-C7E9-13E6-5361C3735FE0}"/>
              </a:ext>
            </a:extLst>
          </p:cNvPr>
          <p:cNvSpPr/>
          <p:nvPr/>
        </p:nvSpPr>
        <p:spPr>
          <a:xfrm>
            <a:off x="3701796" y="4672820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Social interaction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45DFD8-B653-8769-5899-B47FC3AF686D}"/>
              </a:ext>
            </a:extLst>
          </p:cNvPr>
          <p:cNvSpPr/>
          <p:nvPr/>
        </p:nvSpPr>
        <p:spPr>
          <a:xfrm>
            <a:off x="3894676" y="5636459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With peers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F17ABE-1DCB-91F1-DD25-9220A01A73BB}"/>
              </a:ext>
            </a:extLst>
          </p:cNvPr>
          <p:cNvSpPr/>
          <p:nvPr/>
        </p:nvSpPr>
        <p:spPr>
          <a:xfrm>
            <a:off x="3894676" y="627338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With </a:t>
            </a:r>
            <a:r>
              <a:rPr lang="en-US" sz="1400" dirty="0" err="1"/>
              <a:t>neighbours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801AEC-F7D3-9373-9C25-75FAF98FAB29}"/>
              </a:ext>
            </a:extLst>
          </p:cNvPr>
          <p:cNvSpPr/>
          <p:nvPr/>
        </p:nvSpPr>
        <p:spPr>
          <a:xfrm>
            <a:off x="6638862" y="3388492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Geography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1D0819-D8E8-36D2-DDB8-BB34E1064528}"/>
              </a:ext>
            </a:extLst>
          </p:cNvPr>
          <p:cNvSpPr/>
          <p:nvPr/>
        </p:nvSpPr>
        <p:spPr>
          <a:xfrm>
            <a:off x="6638862" y="4008435"/>
            <a:ext cx="1409762" cy="7673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Infrastructure: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GBI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Safety	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9EE451E-E1C9-D42E-061C-C5EE66CD5D07}"/>
              </a:ext>
            </a:extLst>
          </p:cNvPr>
          <p:cNvCxnSpPr>
            <a:cxnSpLocks/>
            <a:stCxn id="24" idx="1"/>
            <a:endCxn id="6" idx="1"/>
          </p:cNvCxnSpPr>
          <p:nvPr/>
        </p:nvCxnSpPr>
        <p:spPr>
          <a:xfrm rot="10800000" flipH="1">
            <a:off x="3701796" y="2368915"/>
            <a:ext cx="192882" cy="2687572"/>
          </a:xfrm>
          <a:prstGeom prst="bentConnector3">
            <a:avLst>
              <a:gd name="adj1" fmla="val -1185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2E23798-322D-BE33-03DE-77A86FCC24D0}"/>
              </a:ext>
            </a:extLst>
          </p:cNvPr>
          <p:cNvCxnSpPr>
            <a:stCxn id="21" idx="3"/>
            <a:endCxn id="4" idx="1"/>
          </p:cNvCxnSpPr>
          <p:nvPr/>
        </p:nvCxnSpPr>
        <p:spPr>
          <a:xfrm flipV="1">
            <a:off x="2748025" y="948690"/>
            <a:ext cx="953771" cy="1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89F532-541C-1F7C-7A7B-860AAB16FEA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5497321" y="948690"/>
            <a:ext cx="953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086E55-03A8-456E-F9B3-19C4142102B2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8246617" y="948689"/>
            <a:ext cx="9537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E1D6A875-6B35-AE2C-381D-67FEA2153B14}"/>
              </a:ext>
            </a:extLst>
          </p:cNvPr>
          <p:cNvCxnSpPr>
            <a:cxnSpLocks/>
            <a:stCxn id="12" idx="3"/>
            <a:endCxn id="24" idx="3"/>
          </p:cNvCxnSpPr>
          <p:nvPr/>
        </p:nvCxnSpPr>
        <p:spPr>
          <a:xfrm flipH="1">
            <a:off x="5497321" y="948689"/>
            <a:ext cx="5498592" cy="4107798"/>
          </a:xfrm>
          <a:prstGeom prst="bentConnector3">
            <a:avLst>
              <a:gd name="adj1" fmla="val -41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ight Brace 49">
            <a:extLst>
              <a:ext uri="{FF2B5EF4-FFF2-40B4-BE49-F238E27FC236}">
                <a16:creationId xmlns:a16="http://schemas.microsoft.com/office/drawing/2014/main" id="{CA8DB5A6-8BB4-DA5D-ABC2-B7A5051CB9A4}"/>
              </a:ext>
            </a:extLst>
          </p:cNvPr>
          <p:cNvSpPr/>
          <p:nvPr/>
        </p:nvSpPr>
        <p:spPr>
          <a:xfrm>
            <a:off x="2605944" y="1528662"/>
            <a:ext cx="492856" cy="167783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D3DD689-A48E-0F6B-5212-C9D00DDB0C43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144109" y="1748972"/>
            <a:ext cx="750569" cy="615374"/>
          </a:xfrm>
          <a:prstGeom prst="bentConnector3">
            <a:avLst>
              <a:gd name="adj1" fmla="val 229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8FB205E-5796-46C9-AF86-F9A2917FA27F}"/>
              </a:ext>
            </a:extLst>
          </p:cNvPr>
          <p:cNvSpPr/>
          <p:nvPr/>
        </p:nvSpPr>
        <p:spPr>
          <a:xfrm>
            <a:off x="1145381" y="2768169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Mobility awareness</a:t>
            </a:r>
          </a:p>
        </p:txBody>
      </p:sp>
      <p:pic>
        <p:nvPicPr>
          <p:cNvPr id="69" name="Graphic 68" descr="Question Mark with solid fill">
            <a:extLst>
              <a:ext uri="{FF2B5EF4-FFF2-40B4-BE49-F238E27FC236}">
                <a16:creationId xmlns:a16="http://schemas.microsoft.com/office/drawing/2014/main" id="{1E9C8AC3-1867-760A-24BB-08E1E07EB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423" y="1528662"/>
            <a:ext cx="440619" cy="440619"/>
          </a:xfrm>
          <a:prstGeom prst="rect">
            <a:avLst/>
          </a:prstGeom>
        </p:spPr>
      </p:pic>
      <p:pic>
        <p:nvPicPr>
          <p:cNvPr id="71" name="Graphic 70" descr="Question Mark with solid fill">
            <a:extLst>
              <a:ext uri="{FF2B5EF4-FFF2-40B4-BE49-F238E27FC236}">
                <a16:creationId xmlns:a16="http://schemas.microsoft.com/office/drawing/2014/main" id="{54CA0D10-51F9-2E9A-FDF2-2E8A963B1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423" y="2144036"/>
            <a:ext cx="440619" cy="440619"/>
          </a:xfrm>
          <a:prstGeom prst="rect">
            <a:avLst/>
          </a:prstGeom>
        </p:spPr>
      </p:pic>
      <p:pic>
        <p:nvPicPr>
          <p:cNvPr id="72" name="Graphic 71" descr="Question Mark with solid fill">
            <a:extLst>
              <a:ext uri="{FF2B5EF4-FFF2-40B4-BE49-F238E27FC236}">
                <a16:creationId xmlns:a16="http://schemas.microsoft.com/office/drawing/2014/main" id="{148E44E7-CC81-76A9-C263-2B324037C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8624" y="2782278"/>
            <a:ext cx="440619" cy="440619"/>
          </a:xfrm>
          <a:prstGeom prst="rect">
            <a:avLst/>
          </a:prstGeom>
        </p:spPr>
      </p:pic>
      <p:pic>
        <p:nvPicPr>
          <p:cNvPr id="73" name="Graphic 72" descr="Question Mark with solid fill">
            <a:extLst>
              <a:ext uri="{FF2B5EF4-FFF2-40B4-BE49-F238E27FC236}">
                <a16:creationId xmlns:a16="http://schemas.microsoft.com/office/drawing/2014/main" id="{D0191847-4350-65A3-C3FD-AEC7541EC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8623" y="3402222"/>
            <a:ext cx="440619" cy="440619"/>
          </a:xfrm>
          <a:prstGeom prst="rect">
            <a:avLst/>
          </a:prstGeom>
        </p:spPr>
      </p:pic>
      <p:pic>
        <p:nvPicPr>
          <p:cNvPr id="74" name="Graphic 73" descr="Question Mark with solid fill">
            <a:extLst>
              <a:ext uri="{FF2B5EF4-FFF2-40B4-BE49-F238E27FC236}">
                <a16:creationId xmlns:a16="http://schemas.microsoft.com/office/drawing/2014/main" id="{6D58F6C2-1B23-AAC5-8403-2938C642D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8623" y="2162334"/>
            <a:ext cx="440619" cy="440619"/>
          </a:xfrm>
          <a:prstGeom prst="rect">
            <a:avLst/>
          </a:prstGeom>
        </p:spPr>
      </p:pic>
      <p:pic>
        <p:nvPicPr>
          <p:cNvPr id="75" name="Graphic 74" descr="Question Mark with solid fill">
            <a:extLst>
              <a:ext uri="{FF2B5EF4-FFF2-40B4-BE49-F238E27FC236}">
                <a16:creationId xmlns:a16="http://schemas.microsoft.com/office/drawing/2014/main" id="{5B4F7B9A-6013-C508-49C0-61AF87E98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9247" y="4171791"/>
            <a:ext cx="440619" cy="440619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EB9D5188-93F9-FC5D-12A8-7D70C328DCB0}"/>
              </a:ext>
            </a:extLst>
          </p:cNvPr>
          <p:cNvSpPr/>
          <p:nvPr/>
        </p:nvSpPr>
        <p:spPr>
          <a:xfrm>
            <a:off x="9393269" y="2144036"/>
            <a:ext cx="1409762" cy="12849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Substitution between travel modes based on trip length and purpose ranking</a:t>
            </a:r>
          </a:p>
        </p:txBody>
      </p:sp>
      <p:pic>
        <p:nvPicPr>
          <p:cNvPr id="77" name="Graphic 76" descr="Question Mark with solid fill">
            <a:extLst>
              <a:ext uri="{FF2B5EF4-FFF2-40B4-BE49-F238E27FC236}">
                <a16:creationId xmlns:a16="http://schemas.microsoft.com/office/drawing/2014/main" id="{26B4D76D-A148-5A08-C39E-0721D9A4A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52" y="1814907"/>
            <a:ext cx="1098874" cy="109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84CA-94BF-D3F7-01FD-6E5AFC70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BA940-11DA-D44C-7CD5-288E063C6D22}"/>
              </a:ext>
            </a:extLst>
          </p:cNvPr>
          <p:cNvSpPr/>
          <p:nvPr/>
        </p:nvSpPr>
        <p:spPr>
          <a:xfrm>
            <a:off x="2965196" y="565023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D4C1BB-3B24-BF5E-1660-5A41B76827A1}"/>
              </a:ext>
            </a:extLst>
          </p:cNvPr>
          <p:cNvSpPr/>
          <p:nvPr/>
        </p:nvSpPr>
        <p:spPr>
          <a:xfrm>
            <a:off x="3158078" y="152866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Health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3AF54-6910-3F43-5A20-580A4DC0B8D2}"/>
              </a:ext>
            </a:extLst>
          </p:cNvPr>
          <p:cNvSpPr/>
          <p:nvPr/>
        </p:nvSpPr>
        <p:spPr>
          <a:xfrm>
            <a:off x="3158078" y="2160834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B87007-E424-99A8-7AA0-FB4E5F66E295}"/>
              </a:ext>
            </a:extLst>
          </p:cNvPr>
          <p:cNvSpPr/>
          <p:nvPr/>
        </p:nvSpPr>
        <p:spPr>
          <a:xfrm>
            <a:off x="5714492" y="565023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Consideration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6FDC53-7E6D-C235-3DCC-EC010272A5C8}"/>
              </a:ext>
            </a:extLst>
          </p:cNvPr>
          <p:cNvSpPr/>
          <p:nvPr/>
        </p:nvSpPr>
        <p:spPr>
          <a:xfrm>
            <a:off x="5907372" y="152866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Socio-demographics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CD71D5-73D8-765C-8330-4C32734B9020}"/>
              </a:ext>
            </a:extLst>
          </p:cNvPr>
          <p:cNvSpPr/>
          <p:nvPr/>
        </p:nvSpPr>
        <p:spPr>
          <a:xfrm>
            <a:off x="5902262" y="2148606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Travel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B0B7FB-A440-5B95-3C7C-624F0F846AB4}"/>
              </a:ext>
            </a:extLst>
          </p:cNvPr>
          <p:cNvSpPr/>
          <p:nvPr/>
        </p:nvSpPr>
        <p:spPr>
          <a:xfrm>
            <a:off x="5902262" y="2768549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Owner of bike, car, PT pass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4A0BD5-8EA5-5FB0-B5CB-A30F0885E225}"/>
              </a:ext>
            </a:extLst>
          </p:cNvPr>
          <p:cNvSpPr/>
          <p:nvPr/>
        </p:nvSpPr>
        <p:spPr>
          <a:xfrm>
            <a:off x="8463788" y="565022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954D66-28C4-F357-A6AD-5EADDC5E27BF}"/>
              </a:ext>
            </a:extLst>
          </p:cNvPr>
          <p:cNvSpPr/>
          <p:nvPr/>
        </p:nvSpPr>
        <p:spPr>
          <a:xfrm>
            <a:off x="5714491" y="1138487"/>
            <a:ext cx="1795525" cy="204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By destination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E39B78-4012-E220-AAA6-CC5CFD47C2DD}"/>
              </a:ext>
            </a:extLst>
          </p:cNvPr>
          <p:cNvSpPr/>
          <p:nvPr/>
        </p:nvSpPr>
        <p:spPr>
          <a:xfrm>
            <a:off x="8463788" y="1144583"/>
            <a:ext cx="1795525" cy="204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By destination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AC8F76-CB08-DA2C-B2E8-4B45E67BE087}"/>
              </a:ext>
            </a:extLst>
          </p:cNvPr>
          <p:cNvSpPr/>
          <p:nvPr/>
        </p:nvSpPr>
        <p:spPr>
          <a:xfrm>
            <a:off x="8656668" y="152866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Replace trips where u&gt;0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7C1A04-FFFE-BBBD-3C0A-659D6A6742FC}"/>
              </a:ext>
            </a:extLst>
          </p:cNvPr>
          <p:cNvSpPr/>
          <p:nvPr/>
        </p:nvSpPr>
        <p:spPr>
          <a:xfrm>
            <a:off x="2965196" y="4456920"/>
            <a:ext cx="1795525" cy="767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Social interaction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ED35FB-08AF-1E88-3D44-131530D7D1A6}"/>
              </a:ext>
            </a:extLst>
          </p:cNvPr>
          <p:cNvSpPr/>
          <p:nvPr/>
        </p:nvSpPr>
        <p:spPr>
          <a:xfrm>
            <a:off x="3158076" y="5420559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With peers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B06351-7DBB-593F-F5B3-4B6756895C41}"/>
              </a:ext>
            </a:extLst>
          </p:cNvPr>
          <p:cNvSpPr/>
          <p:nvPr/>
        </p:nvSpPr>
        <p:spPr>
          <a:xfrm>
            <a:off x="3158076" y="6057483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With </a:t>
            </a:r>
            <a:r>
              <a:rPr lang="en-US" sz="1400" dirty="0" err="1"/>
              <a:t>neighbours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B33892-AB61-78A3-7E1E-6123F7FF7458}"/>
              </a:ext>
            </a:extLst>
          </p:cNvPr>
          <p:cNvSpPr/>
          <p:nvPr/>
        </p:nvSpPr>
        <p:spPr>
          <a:xfrm>
            <a:off x="5902262" y="3388492"/>
            <a:ext cx="1409762" cy="7673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Infrastructure: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GBI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Safety	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D6E5A1F-6A65-DCF7-E524-7C05790AF4ED}"/>
              </a:ext>
            </a:extLst>
          </p:cNvPr>
          <p:cNvCxnSpPr>
            <a:cxnSpLocks/>
            <a:stCxn id="24" idx="1"/>
            <a:endCxn id="4" idx="1"/>
          </p:cNvCxnSpPr>
          <p:nvPr/>
        </p:nvCxnSpPr>
        <p:spPr>
          <a:xfrm rot="10800000">
            <a:off x="2965196" y="948691"/>
            <a:ext cx="12700" cy="3891897"/>
          </a:xfrm>
          <a:prstGeom prst="bentConnector3">
            <a:avLst>
              <a:gd name="adj1" fmla="val 36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3BCB539-655E-BE66-2528-7652041AE93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760721" y="948690"/>
            <a:ext cx="953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5F2E07-F2F0-F26B-94B7-14734C971CF8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7510017" y="948689"/>
            <a:ext cx="9537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8F43A37-C80A-5349-5FF7-449FA76F2EF3}"/>
              </a:ext>
            </a:extLst>
          </p:cNvPr>
          <p:cNvCxnSpPr>
            <a:cxnSpLocks/>
            <a:stCxn id="12" idx="3"/>
            <a:endCxn id="24" idx="3"/>
          </p:cNvCxnSpPr>
          <p:nvPr/>
        </p:nvCxnSpPr>
        <p:spPr>
          <a:xfrm flipH="1">
            <a:off x="4760721" y="948689"/>
            <a:ext cx="5498592" cy="3891898"/>
          </a:xfrm>
          <a:prstGeom prst="bentConnector3">
            <a:avLst>
              <a:gd name="adj1" fmla="val -41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Graphic 71" descr="Question Mark with solid fill">
            <a:extLst>
              <a:ext uri="{FF2B5EF4-FFF2-40B4-BE49-F238E27FC236}">
                <a16:creationId xmlns:a16="http://schemas.microsoft.com/office/drawing/2014/main" id="{C65A90BD-745E-478A-786A-41EAC7194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2024" y="2782278"/>
            <a:ext cx="440619" cy="440619"/>
          </a:xfrm>
          <a:prstGeom prst="rect">
            <a:avLst/>
          </a:prstGeom>
        </p:spPr>
      </p:pic>
      <p:pic>
        <p:nvPicPr>
          <p:cNvPr id="74" name="Graphic 73" descr="Question Mark with solid fill">
            <a:extLst>
              <a:ext uri="{FF2B5EF4-FFF2-40B4-BE49-F238E27FC236}">
                <a16:creationId xmlns:a16="http://schemas.microsoft.com/office/drawing/2014/main" id="{A91F174D-96D2-9C5F-FDA0-718A29679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2023" y="2162334"/>
            <a:ext cx="440619" cy="440619"/>
          </a:xfrm>
          <a:prstGeom prst="rect">
            <a:avLst/>
          </a:prstGeom>
        </p:spPr>
      </p:pic>
      <p:pic>
        <p:nvPicPr>
          <p:cNvPr id="75" name="Graphic 74" descr="Question Mark with solid fill">
            <a:extLst>
              <a:ext uri="{FF2B5EF4-FFF2-40B4-BE49-F238E27FC236}">
                <a16:creationId xmlns:a16="http://schemas.microsoft.com/office/drawing/2014/main" id="{9EE3B0FC-DBBC-13E8-DB2C-4515AB2D1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4436" y="2341659"/>
            <a:ext cx="440619" cy="440619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2FB3BBC4-C8BD-8627-3794-F6E57F227AA7}"/>
              </a:ext>
            </a:extLst>
          </p:cNvPr>
          <p:cNvSpPr/>
          <p:nvPr/>
        </p:nvSpPr>
        <p:spPr>
          <a:xfrm>
            <a:off x="8656669" y="2144036"/>
            <a:ext cx="1409762" cy="12849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Substitution between travel modes based on trip length and purpose ranking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87EA54-EAA3-7901-5CAF-F90B770DCC59}"/>
              </a:ext>
            </a:extLst>
          </p:cNvPr>
          <p:cNvSpPr/>
          <p:nvPr/>
        </p:nvSpPr>
        <p:spPr>
          <a:xfrm>
            <a:off x="3157570" y="2782278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Wellbeing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321FB7-1DF5-2418-9E27-4A035E3BE74F}"/>
              </a:ext>
            </a:extLst>
          </p:cNvPr>
          <p:cNvSpPr/>
          <p:nvPr/>
        </p:nvSpPr>
        <p:spPr>
          <a:xfrm>
            <a:off x="3157570" y="3419202"/>
            <a:ext cx="1409762" cy="4406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Social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813E13-0856-2BFD-EA2C-00F71E00F689}"/>
              </a:ext>
            </a:extLst>
          </p:cNvPr>
          <p:cNvSpPr/>
          <p:nvPr/>
        </p:nvSpPr>
        <p:spPr>
          <a:xfrm>
            <a:off x="2964688" y="1133816"/>
            <a:ext cx="1795525" cy="2047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For regular users</a:t>
            </a:r>
          </a:p>
        </p:txBody>
      </p:sp>
    </p:spTree>
    <p:extLst>
      <p:ext uri="{BB962C8B-B14F-4D97-AF65-F5344CB8AC3E}">
        <p14:creationId xmlns:p14="http://schemas.microsoft.com/office/powerpoint/2010/main" val="1919705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HARTVIG Aron</dc:creator>
  <cp:lastModifiedBy>HARTVIG Aron</cp:lastModifiedBy>
  <cp:revision>1</cp:revision>
  <dcterms:created xsi:type="dcterms:W3CDTF">2025-02-17T08:38:11Z</dcterms:created>
  <dcterms:modified xsi:type="dcterms:W3CDTF">2025-02-17T13:39:11Z</dcterms:modified>
</cp:coreProperties>
</file>